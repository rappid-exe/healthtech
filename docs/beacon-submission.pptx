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Beacon takes a genome you already have — a 23andMe file or a lab report — and checks it against the medicines you are currently prescribed, using published CPIC guidelines.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exists, the data exists, and nothing connects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 is six weeks post-stent on Plavix, but cannot activate it. Plain language first; the guideline verbatim beneath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inversion is the point of the project — extraction and translation for the model, table lookup for the medicine.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codeine/tramadol trap is real, non-obvious, and invisible to any tool that only inspects a current medication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Reproducible: npx tsx scripts/population-impact.ts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Demonstration prototype on synthetic data. Not medical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91440"/>
            <a:ext cx="3840480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     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a..........T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c--------------------G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g--------------------------C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T--------------------------a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A--------------------t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C..........g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cG     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a..........T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t--------------------A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g--------------------------C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C--------------------------g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A--------------------t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T..........a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cG      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g............C    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t--------------------A   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a--------------------------T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C--------------------------g 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5E5B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G--------------------c   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the medicines you already take</a:t>
            </a:r>
            <a:endParaRPr lang="en-US" sz="24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genome you already have.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Health Hackathon  ·  London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guidance already exists.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reaches the patient.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514600"/>
            <a:ext cx="475488" cy="475488"/>
          </a:xfrm>
          <a:prstGeom prst="ellipse">
            <a:avLst/>
          </a:prstGeom>
          <a:solidFill>
            <a:srgbClr val="0B5E5B"/>
          </a:solidFill>
          <a:ln w="12700">
            <a:solidFill>
              <a:srgbClr val="0B5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64208" y="23500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is settled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269748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CPIC publishes 2,115 peer-reviewed prescribing recommendations covering 324 drugs — which drug fails, for which genotype, at what evidence grade.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931920"/>
            <a:ext cx="475488" cy="475488"/>
          </a:xfrm>
          <a:prstGeom prst="ellipse">
            <a:avLst/>
          </a:prstGeom>
          <a:solidFill>
            <a:srgbClr val="0B5E5B"/>
          </a:solidFill>
          <a:ln w="12700">
            <a:solidFill>
              <a:srgbClr val="0B5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64208" y="376732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already in people's hands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64208" y="411480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millions hold a 23andMe or AncestryDNA export containing the exact SNPs those guidelines key on. Raw rsIDs are meaningless without star-allele calling.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5349240"/>
            <a:ext cx="475488" cy="475488"/>
          </a:xfrm>
          <a:prstGeom prst="ellipse">
            <a:avLst/>
          </a:prstGeom>
          <a:solidFill>
            <a:srgbClr val="0B5E5B"/>
          </a:solidFill>
          <a:ln w="12700">
            <a:solidFill>
              <a:srgbClr val="0B5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64208" y="518464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closes the last mile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64208" y="553212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bury the genotype in fifty pages of PDF, and a GP with eight minutes has neither time to read it nor reason to expect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click. Under a second.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DNA file is decoded in the browser — 640,000 rows in 406 ms — and matched against every CPIC recommendation. Nothing is uploaded but the gene calls.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this produces: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CYP2C19  *2/*2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493008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930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Metabolizer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59936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599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CPIC · Strong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05156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F0D3D7"/>
            </a:solidFill>
            <a:prstDash val="solid"/>
          </a:ln>
          <a:effectLst>
            <a:outerShdw sx="100000" sy="100000" kx="0" ky="0" algn="bl" rotWithShape="0" blurRad="177800" dist="25400" dir="5400000">
              <a:srgbClr val="1F3A3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89888"/>
            <a:ext cx="137160" cy="137160"/>
          </a:xfrm>
          <a:prstGeom prst="ellipse">
            <a:avLst/>
          </a:prstGeom>
          <a:solidFill>
            <a:srgbClr val="A81C2E"/>
          </a:solidFill>
          <a:ln w="12700">
            <a:solidFill>
              <a:srgbClr val="A81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Clopidogrel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6364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list as "Plavix 75mg once daily"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8529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barely switches this medicine on at all.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63640" y="34930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Clopidogrel only works after your body activates it, and yours makes far less of the active form. Your platelets stay stickier.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DF4F5"/>
          </a:solidFill>
          <a:ln w="12700">
            <a:solidFill>
              <a:srgbClr val="F0D3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453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GUIDELINE SAYS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47000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"Avoid clopidogrel if possible. Use prasugrel or ticagrelor at standard dose if no contraindication."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verbatim from CPIC, with its evidence grade and a link to the source guideline.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decides nothing clinical.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health-AI demo how you know the model did not invent the advice, and the answer is a shrug and a disclaimer. Here it is a table lookup.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402336" cy="402336"/>
          </a:xfrm>
          <a:prstGeom prst="ellipse">
            <a:avLst/>
          </a:prstGeom>
          <a:solidFill>
            <a:srgbClr val="0B5E5B"/>
          </a:solidFill>
          <a:ln w="12700">
            <a:solidFill>
              <a:srgbClr val="0B5E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520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genotype out of whatever format a lab used. Output is validated against known genes before it goes further — an invented gene symbol is dropped.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286000"/>
            <a:ext cx="402336" cy="402336"/>
          </a:xfrm>
          <a:prstGeom prst="ellipse">
            <a:avLst/>
          </a:prstGeom>
          <a:solidFill>
            <a:srgbClr val="0F2E2D"/>
          </a:solidFill>
          <a:ln w="12700">
            <a:solidFill>
              <a:srgbClr val="0F2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6008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3520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Diplotype → phenotype → recommendation, from CPIC's own lookup tables. No model participates. Multi-gene rules require a call for every gene involved.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286000"/>
            <a:ext cx="402336" cy="402336"/>
          </a:xfrm>
          <a:prstGeom prst="ellipse">
            <a:avLst/>
          </a:prstGeom>
          <a:solidFill>
            <a:srgbClr val="0B5E5B"/>
          </a:solidFill>
          <a:ln w="12700">
            <a:solidFill>
              <a:srgbClr val="0B5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39328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9328" y="3520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dashboard and a one-page physician brief, built from one result so they cannot drift apart.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0F6F5"/>
          </a:solidFill>
          <a:ln w="12700">
            <a:solidFill>
              <a:srgbClr val="CFE0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349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shown to a user is a verbatim CPIC row, carried through with its evidence grade, clinical indication and source link. The model never chooses it, grades it, ranks it, or judges its severity.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also catches what comes next.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genome affects 40 medicines. The user listed five. That larger view surfaces a trap a medication list structurally cannot.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2A1418"/>
          </a:solidFill>
          <a:ln w="25400">
            <a:solidFill>
              <a:srgbClr val="6E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OBVIOUS SUBSTITUTE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Tramadol</a:t>
            </a:r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D8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fails for the same reason as </a:t>
            </a:r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codeine</a:t>
            </a:r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D8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depend on </a:t>
            </a:r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F0B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CYP2D6</a:t>
            </a:r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D8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2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drug a doctor reaches for next after codeine fails — and it would not work either. Nothing in a current medication list can surface that.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affected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this genome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43434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343400" y="5257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or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outright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3434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046720" y="5257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actually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us about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niche test.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simulation, not asserted: 20,000 people drawn from CPIC's own published allele frequencies, across all nine population groups, run through the same engine the product uses.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5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97–100%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at least one gene result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CPIC flags as high priority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5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2628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atypical CYP2C19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(European group)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FE6E6"/>
            </a:solidFill>
            <a:prstDash val="solid"/>
          </a:ln>
          <a:effectLst>
            <a:outerShdw sx="100000" sy="100000" kx="0" ky="0" algn="bl" rotWithShape="0" blurRad="101600" dist="12700" dir="5400000">
              <a:srgbClr val="1F3A38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5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22960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atypical CYP2D6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(European group)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0F6F5"/>
          </a:solidFill>
          <a:ln w="12700">
            <a:solidFill>
              <a:srgbClr val="CFE0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conservative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allele frequencies never sum to 1; the remainder is assigned to the reference allele, which can only understate the result. Draws producing a diplotype CPIC does not list — 26.7%, mostly rare CYP2D6 and DPYD combinations — are excluded rather than guessed at.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of this measurement returned exactly 100% for every population. That was a broken metric, not a finding: counting any avoid-or-adjust across 324 drugs means "use standard dose but monitor" qualifies. The headline now uses CPIC's own priority flag.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137160"/>
            <a:ext cx="3200400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t----------------------A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A----------------------t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C----------------g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G........c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aT    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t..........A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g------------------C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c----------------------G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A----------------------t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T----------------a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G........c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gC    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t..........A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a------------------T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c----------------------G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G--------------------c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T----------------a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A........t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gC            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5E5B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c..........G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and checked.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06040" y="16916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CPIC recommendations, committed to the repo. No network call at runtime.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67919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06040" y="27706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checks, including that a wrong-strand definition refuses rather than miscalls.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75818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406 ms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06040" y="384962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parse and call star alleles from a 640,000-row consumer DNA export, in the browser.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83717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492861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decisions made by a language model.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6035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health-tech-theta.vercel.app   ·   github.com/Rappid-exe/HealthTech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 — Pharmacogenomic safety check</dc:title>
  <dc:subject>PptxGenJS Presentation</dc:subject>
  <dc:creator>Beacon</dc:creator>
  <cp:lastModifiedBy>Beacon</cp:lastModifiedBy>
  <cp:revision>1</cp:revision>
  <dcterms:created xsi:type="dcterms:W3CDTF">2026-07-25T20:46:43Z</dcterms:created>
  <dcterms:modified xsi:type="dcterms:W3CDTF">2026-07-25T20:46:43Z</dcterms:modified>
</cp:coreProperties>
</file>